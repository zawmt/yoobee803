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331" r:id="rId5"/>
    <p:sldId id="334" r:id="rId6"/>
    <p:sldId id="337" r:id="rId7"/>
    <p:sldId id="339" r:id="rId8"/>
    <p:sldId id="33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8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02"/>
    <p:restoredTop sz="94687"/>
  </p:normalViewPr>
  <p:slideViewPr>
    <p:cSldViewPr snapToGrid="0">
      <p:cViewPr varScale="1">
        <p:scale>
          <a:sx n="123" d="100"/>
          <a:sy n="123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710A2-1535-B147-B3BB-C1589046255C}" type="datetimeFigureOut">
              <a:rPr lang="en-US" smtClean="0"/>
              <a:t>6/13/26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99F43-FFA2-D94E-9493-556FC2A4F3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4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307491-23CE-8355-10C4-42A34B90B3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281A97-4CBB-9CF7-7CD9-6BA4C20106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9449" y="0"/>
            <a:ext cx="7872551" cy="6857997"/>
          </a:xfrm>
          <a:custGeom>
            <a:avLst/>
            <a:gdLst>
              <a:gd name="connsiteX0" fmla="*/ 0 w 7872551"/>
              <a:gd name="connsiteY0" fmla="*/ 0 h 6857997"/>
              <a:gd name="connsiteX1" fmla="*/ 2373474 w 7872551"/>
              <a:gd name="connsiteY1" fmla="*/ 0 h 6857997"/>
              <a:gd name="connsiteX2" fmla="*/ 7872551 w 7872551"/>
              <a:gd name="connsiteY2" fmla="*/ 2160200 h 6857997"/>
              <a:gd name="connsiteX3" fmla="*/ 7872551 w 7872551"/>
              <a:gd name="connsiteY3" fmla="*/ 2528750 h 6857997"/>
              <a:gd name="connsiteX4" fmla="*/ 2484415 w 7872551"/>
              <a:gd name="connsiteY4" fmla="*/ 6857997 h 6857997"/>
              <a:gd name="connsiteX5" fmla="*/ 1045423 w 7872551"/>
              <a:gd name="connsiteY5" fmla="*/ 6857997 h 6857997"/>
              <a:gd name="connsiteX6" fmla="*/ 0 w 7872551"/>
              <a:gd name="connsiteY6" fmla="*/ 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72551" h="6857997">
                <a:moveTo>
                  <a:pt x="0" y="0"/>
                </a:moveTo>
                <a:lnTo>
                  <a:pt x="2373474" y="0"/>
                </a:lnTo>
                <a:lnTo>
                  <a:pt x="7872551" y="2160200"/>
                </a:lnTo>
                <a:lnTo>
                  <a:pt x="7872551" y="2528750"/>
                </a:lnTo>
                <a:lnTo>
                  <a:pt x="2484415" y="6857997"/>
                </a:lnTo>
                <a:lnTo>
                  <a:pt x="1045423" y="6857997"/>
                </a:lnTo>
                <a:lnTo>
                  <a:pt x="0" y="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B3A20D7-F413-446F-855D-2CD7B20EE777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2743200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" y="4654296"/>
            <a:ext cx="5504688" cy="1545336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9597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01F7-314A-C29D-A6E0-03C794979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278745" cy="6858000"/>
          </a:xfrm>
          <a:custGeom>
            <a:avLst/>
            <a:gdLst>
              <a:gd name="connsiteX0" fmla="*/ 0 w 5278745"/>
              <a:gd name="connsiteY0" fmla="*/ 0 h 6858000"/>
              <a:gd name="connsiteX1" fmla="*/ 5278745 w 5278745"/>
              <a:gd name="connsiteY1" fmla="*/ 0 h 6858000"/>
              <a:gd name="connsiteX2" fmla="*/ 3564245 w 5278745"/>
              <a:gd name="connsiteY2" fmla="*/ 6858000 h 6858000"/>
              <a:gd name="connsiteX3" fmla="*/ 0 w 527874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745" h="6858000">
                <a:moveTo>
                  <a:pt x="0" y="0"/>
                </a:moveTo>
                <a:lnTo>
                  <a:pt x="5278745" y="0"/>
                </a:lnTo>
                <a:lnTo>
                  <a:pt x="356424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9AD42A94-63C2-F534-3DE1-C4825E7AF573}"/>
              </a:ext>
            </a:extLst>
          </p:cNvPr>
          <p:cNvSpPr/>
          <p:nvPr userDrawn="1"/>
        </p:nvSpPr>
        <p:spPr>
          <a:xfrm flipH="1">
            <a:off x="11346057" y="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826EA2-1F85-8AB9-0C2A-E95F5E3AA2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672" y="1042416"/>
            <a:ext cx="3922776" cy="4800600"/>
          </a:xfrm>
        </p:spPr>
        <p:txBody>
          <a:bodyPr anchor="ctr"/>
          <a:lstStyle>
            <a:lvl1pPr>
              <a:lnSpc>
                <a:spcPct val="100000"/>
              </a:lnSpc>
              <a:defRPr sz="2400" b="1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586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c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479471B-A388-2175-4C67-D1DD7416506D}"/>
              </a:ext>
            </a:extLst>
          </p:cNvPr>
          <p:cNvSpPr/>
          <p:nvPr userDrawn="1"/>
        </p:nvSpPr>
        <p:spPr>
          <a:xfrm>
            <a:off x="6873392" y="2"/>
            <a:ext cx="5318607" cy="6858001"/>
          </a:xfrm>
          <a:custGeom>
            <a:avLst/>
            <a:gdLst>
              <a:gd name="connsiteX0" fmla="*/ 1764372 w 5318607"/>
              <a:gd name="connsiteY0" fmla="*/ 0 h 6858001"/>
              <a:gd name="connsiteX1" fmla="*/ 5318607 w 5318607"/>
              <a:gd name="connsiteY1" fmla="*/ 1021461 h 6858001"/>
              <a:gd name="connsiteX2" fmla="*/ 5318607 w 5318607"/>
              <a:gd name="connsiteY2" fmla="*/ 1066085 h 6858001"/>
              <a:gd name="connsiteX3" fmla="*/ 1609106 w 5318607"/>
              <a:gd name="connsiteY3" fmla="*/ 0 h 6858001"/>
              <a:gd name="connsiteX4" fmla="*/ 0 w 5318607"/>
              <a:gd name="connsiteY4" fmla="*/ 0 h 6858001"/>
              <a:gd name="connsiteX5" fmla="*/ 40313 w 5318607"/>
              <a:gd name="connsiteY5" fmla="*/ 0 h 6858001"/>
              <a:gd name="connsiteX6" fmla="*/ 1716967 w 5318607"/>
              <a:gd name="connsiteY6" fmla="*/ 6858000 h 6858001"/>
              <a:gd name="connsiteX7" fmla="*/ 1676653 w 5318607"/>
              <a:gd name="connsiteY7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18607" h="6858001">
                <a:moveTo>
                  <a:pt x="1764372" y="0"/>
                </a:moveTo>
                <a:lnTo>
                  <a:pt x="5318607" y="1021461"/>
                </a:lnTo>
                <a:lnTo>
                  <a:pt x="5318607" y="1066085"/>
                </a:lnTo>
                <a:lnTo>
                  <a:pt x="1609106" y="0"/>
                </a:lnTo>
                <a:close/>
                <a:moveTo>
                  <a:pt x="0" y="0"/>
                </a:moveTo>
                <a:lnTo>
                  <a:pt x="40313" y="0"/>
                </a:lnTo>
                <a:lnTo>
                  <a:pt x="1716967" y="6858000"/>
                </a:lnTo>
                <a:lnTo>
                  <a:pt x="1676653" y="6858001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02B252-A09D-765B-4015-B04E32D9A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071A5B-063E-2EE8-9B8E-AFA6D65DE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9AF36A9-8E12-F285-BA65-FD9E2D57489C}"/>
              </a:ext>
            </a:extLst>
          </p:cNvPr>
          <p:cNvSpPr/>
          <p:nvPr userDrawn="1"/>
        </p:nvSpPr>
        <p:spPr>
          <a:xfrm rot="16200000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281A98B-23A2-F25E-454B-873DC210C0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8524" y="0"/>
            <a:ext cx="5213477" cy="6858000"/>
          </a:xfrm>
          <a:custGeom>
            <a:avLst/>
            <a:gdLst>
              <a:gd name="connsiteX0" fmla="*/ 0 w 5213477"/>
              <a:gd name="connsiteY0" fmla="*/ 0 h 6858000"/>
              <a:gd name="connsiteX1" fmla="*/ 1268595 w 5213477"/>
              <a:gd name="connsiteY1" fmla="*/ 0 h 6858000"/>
              <a:gd name="connsiteX2" fmla="*/ 5213477 w 5213477"/>
              <a:gd name="connsiteY2" fmla="*/ 1133731 h 6858000"/>
              <a:gd name="connsiteX3" fmla="*/ 5213477 w 5213477"/>
              <a:gd name="connsiteY3" fmla="*/ 5245005 h 6858000"/>
              <a:gd name="connsiteX4" fmla="*/ 3534514 w 5213477"/>
              <a:gd name="connsiteY4" fmla="*/ 6858000 h 6858000"/>
              <a:gd name="connsiteX5" fmla="*/ 1676654 w 5213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3477" h="6858000">
                <a:moveTo>
                  <a:pt x="0" y="0"/>
                </a:moveTo>
                <a:lnTo>
                  <a:pt x="1268595" y="0"/>
                </a:lnTo>
                <a:lnTo>
                  <a:pt x="5213477" y="1133731"/>
                </a:lnTo>
                <a:lnTo>
                  <a:pt x="5213477" y="5245005"/>
                </a:lnTo>
                <a:lnTo>
                  <a:pt x="3534514" y="6858000"/>
                </a:lnTo>
                <a:lnTo>
                  <a:pt x="1676654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460C4E-6B86-CA07-B86E-313F497C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6345936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4F1EE02-01B2-B1A7-8C1D-93337F4EE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5971032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91923A78-A1D5-B419-C2EC-74FF8A4326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E0B67-C7F9-39E3-8641-110D8CC201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99032" y="2724912"/>
            <a:ext cx="3922776" cy="29443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255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D11785-AC9A-022B-D5A2-883AA0782E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  <a:custGeom>
            <a:avLst/>
            <a:gdLst>
              <a:gd name="connsiteX0" fmla="*/ 0 w 6766560"/>
              <a:gd name="connsiteY0" fmla="*/ 0 h 6858000"/>
              <a:gd name="connsiteX1" fmla="*/ 6766560 w 6766560"/>
              <a:gd name="connsiteY1" fmla="*/ 0 h 6858000"/>
              <a:gd name="connsiteX2" fmla="*/ 6766560 w 6766560"/>
              <a:gd name="connsiteY2" fmla="*/ 6858000 h 6858000"/>
              <a:gd name="connsiteX3" fmla="*/ 0 w 6766560"/>
              <a:gd name="connsiteY3" fmla="*/ 6858000 h 6858000"/>
              <a:gd name="connsiteX4" fmla="*/ 0 w 6766560"/>
              <a:gd name="connsiteY4" fmla="*/ 6803136 h 6858000"/>
              <a:gd name="connsiteX5" fmla="*/ 2240742 w 6766560"/>
              <a:gd name="connsiteY5" fmla="*/ 6803136 h 6858000"/>
              <a:gd name="connsiteX6" fmla="*/ 2299334 w 6766560"/>
              <a:gd name="connsiteY6" fmla="*/ 6568768 h 6858000"/>
              <a:gd name="connsiteX7" fmla="*/ 0 w 6766560"/>
              <a:gd name="connsiteY7" fmla="*/ 65687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66560" h="6858000">
                <a:moveTo>
                  <a:pt x="0" y="0"/>
                </a:moveTo>
                <a:lnTo>
                  <a:pt x="6766560" y="0"/>
                </a:lnTo>
                <a:lnTo>
                  <a:pt x="6766560" y="6858000"/>
                </a:lnTo>
                <a:lnTo>
                  <a:pt x="0" y="6858000"/>
                </a:lnTo>
                <a:lnTo>
                  <a:pt x="0" y="6803136"/>
                </a:lnTo>
                <a:lnTo>
                  <a:pt x="2240742" y="6803136"/>
                </a:lnTo>
                <a:lnTo>
                  <a:pt x="2299334" y="6568768"/>
                </a:lnTo>
                <a:lnTo>
                  <a:pt x="0" y="6568768"/>
                </a:ln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1EF2190-F8C4-3961-DBA7-5C1A52B28E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35210" y="0"/>
            <a:ext cx="6994357" cy="6857997"/>
          </a:xfrm>
          <a:custGeom>
            <a:avLst/>
            <a:gdLst>
              <a:gd name="connsiteX0" fmla="*/ 1714499 w 6994357"/>
              <a:gd name="connsiteY0" fmla="*/ 0 h 6857997"/>
              <a:gd name="connsiteX1" fmla="*/ 6994357 w 6994357"/>
              <a:gd name="connsiteY1" fmla="*/ 0 h 6857997"/>
              <a:gd name="connsiteX2" fmla="*/ 5279858 w 6994357"/>
              <a:gd name="connsiteY2" fmla="*/ 6857997 h 6857997"/>
              <a:gd name="connsiteX3" fmla="*/ 3730973 w 6994357"/>
              <a:gd name="connsiteY3" fmla="*/ 6857997 h 6857997"/>
              <a:gd name="connsiteX4" fmla="*/ 3789564 w 6994357"/>
              <a:gd name="connsiteY4" fmla="*/ 6623632 h 6857997"/>
              <a:gd name="connsiteX5" fmla="*/ 649198 w 6994357"/>
              <a:gd name="connsiteY5" fmla="*/ 6623632 h 6857997"/>
              <a:gd name="connsiteX6" fmla="*/ 590607 w 6994357"/>
              <a:gd name="connsiteY6" fmla="*/ 6857997 h 6857997"/>
              <a:gd name="connsiteX7" fmla="*/ 0 w 6994357"/>
              <a:gd name="connsiteY7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4357" h="6857997">
                <a:moveTo>
                  <a:pt x="1714499" y="0"/>
                </a:moveTo>
                <a:lnTo>
                  <a:pt x="6994357" y="0"/>
                </a:lnTo>
                <a:lnTo>
                  <a:pt x="5279858" y="6857997"/>
                </a:lnTo>
                <a:lnTo>
                  <a:pt x="3730973" y="6857997"/>
                </a:lnTo>
                <a:lnTo>
                  <a:pt x="3789564" y="6623632"/>
                </a:lnTo>
                <a:lnTo>
                  <a:pt x="649198" y="6623632"/>
                </a:lnTo>
                <a:lnTo>
                  <a:pt x="590607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2743200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" y="4654296"/>
            <a:ext cx="5504688" cy="1545336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998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731E-CED9-840B-1719-42D1BEAA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74720"/>
            <a:ext cx="5468112" cy="1444752"/>
          </a:xfrm>
        </p:spPr>
        <p:txBody>
          <a:bodyPr lIns="0" tIns="0" rIns="0" bIns="0" anchor="t">
            <a:noAutofit/>
          </a:bodyPr>
          <a:lstStyle>
            <a:lvl1pPr>
              <a:defRPr sz="5500" b="1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848C7-D26F-AC1D-FEED-959297BAE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6191-24BB-B445-814B-022367D33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1">
            <a:extLst>
              <a:ext uri="{FF2B5EF4-FFF2-40B4-BE49-F238E27FC236}">
                <a16:creationId xmlns:a16="http://schemas.microsoft.com/office/drawing/2014/main" id="{17CCD23D-9FBE-BCA1-7BD4-A558E8A2AA7F}"/>
              </a:ext>
            </a:extLst>
          </p:cNvPr>
          <p:cNvSpPr/>
          <p:nvPr userDrawn="1"/>
        </p:nvSpPr>
        <p:spPr>
          <a:xfrm rot="5400000" flipH="1" flipV="1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137255-CD95-C6F3-3F34-268CCCFDE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2" y="512064"/>
            <a:ext cx="5394960" cy="5358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3E03FB2-A36A-C4BC-D32C-C9D79FA135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1938528"/>
            <a:ext cx="5468112" cy="144475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91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9BFF52DA-D268-8BCB-C72B-0C57ED703C12}"/>
              </a:ext>
            </a:extLst>
          </p:cNvPr>
          <p:cNvSpPr/>
          <p:nvPr userDrawn="1"/>
        </p:nvSpPr>
        <p:spPr>
          <a:xfrm rot="16200000" flipH="1" flipV="1">
            <a:off x="10066638" y="-1294752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68F2478-FF44-9B20-A176-F2CC3225E2FC}"/>
              </a:ext>
            </a:extLst>
          </p:cNvPr>
          <p:cNvSpPr/>
          <p:nvPr userDrawn="1"/>
        </p:nvSpPr>
        <p:spPr>
          <a:xfrm>
            <a:off x="1" y="5678455"/>
            <a:ext cx="4824683" cy="1179545"/>
          </a:xfrm>
          <a:custGeom>
            <a:avLst/>
            <a:gdLst>
              <a:gd name="connsiteX0" fmla="*/ 0 w 4824683"/>
              <a:gd name="connsiteY0" fmla="*/ 0 h 1179545"/>
              <a:gd name="connsiteX1" fmla="*/ 4824683 w 4824683"/>
              <a:gd name="connsiteY1" fmla="*/ 1179545 h 1179545"/>
              <a:gd name="connsiteX2" fmla="*/ 4659791 w 4824683"/>
              <a:gd name="connsiteY2" fmla="*/ 1179545 h 1179545"/>
              <a:gd name="connsiteX3" fmla="*/ 0 w 4824683"/>
              <a:gd name="connsiteY3" fmla="*/ 40314 h 117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4683" h="1179545">
                <a:moveTo>
                  <a:pt x="0" y="0"/>
                </a:moveTo>
                <a:lnTo>
                  <a:pt x="4824683" y="1179545"/>
                </a:lnTo>
                <a:lnTo>
                  <a:pt x="4659791" y="1179545"/>
                </a:lnTo>
                <a:lnTo>
                  <a:pt x="0" y="40314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6F6DEC-A2BE-0211-54C4-9073E7CED16A}"/>
              </a:ext>
            </a:extLst>
          </p:cNvPr>
          <p:cNvSpPr/>
          <p:nvPr userDrawn="1"/>
        </p:nvSpPr>
        <p:spPr>
          <a:xfrm>
            <a:off x="0" y="0"/>
            <a:ext cx="776325" cy="3175394"/>
          </a:xfrm>
          <a:custGeom>
            <a:avLst/>
            <a:gdLst>
              <a:gd name="connsiteX0" fmla="*/ 736011 w 776325"/>
              <a:gd name="connsiteY0" fmla="*/ 0 h 3175394"/>
              <a:gd name="connsiteX1" fmla="*/ 776325 w 776325"/>
              <a:gd name="connsiteY1" fmla="*/ 0 h 3175394"/>
              <a:gd name="connsiteX2" fmla="*/ 0 w 776325"/>
              <a:gd name="connsiteY2" fmla="*/ 3175394 h 3175394"/>
              <a:gd name="connsiteX3" fmla="*/ 0 w 776325"/>
              <a:gd name="connsiteY3" fmla="*/ 3010498 h 3175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325" h="3175394">
                <a:moveTo>
                  <a:pt x="736011" y="0"/>
                </a:moveTo>
                <a:lnTo>
                  <a:pt x="776325" y="0"/>
                </a:lnTo>
                <a:lnTo>
                  <a:pt x="0" y="3175394"/>
                </a:lnTo>
                <a:lnTo>
                  <a:pt x="0" y="3010498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C731E-CED9-840B-1719-42D1BEAA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29000"/>
            <a:ext cx="4572000" cy="676656"/>
          </a:xfrm>
        </p:spPr>
        <p:txBody>
          <a:bodyPr lIns="0" tIns="0" rIns="0" bIns="0" anchor="t">
            <a:noAutofit/>
          </a:bodyPr>
          <a:lstStyle>
            <a:lvl1pPr>
              <a:defRPr sz="5500" b="1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848C7-D26F-AC1D-FEED-959297BAE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6191-24BB-B445-814B-022367D33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137255-CD95-C6F3-3F34-268CCCFDE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03520" y="1234440"/>
            <a:ext cx="6281928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3E03FB2-A36A-C4BC-D32C-C9D79FA135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2587752"/>
            <a:ext cx="4572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040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DEBD92-1C41-6D85-3E82-EAA34BEB43AA}"/>
              </a:ext>
            </a:extLst>
          </p:cNvPr>
          <p:cNvCxnSpPr>
            <a:cxnSpLocks/>
          </p:cNvCxnSpPr>
          <p:nvPr/>
        </p:nvCxnSpPr>
        <p:spPr>
          <a:xfrm>
            <a:off x="198783" y="-1"/>
            <a:ext cx="1400619" cy="685800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D3F7AD-ADD7-0F77-7DD9-738EA16C1158}"/>
              </a:ext>
            </a:extLst>
          </p:cNvPr>
          <p:cNvCxnSpPr>
            <a:cxnSpLocks/>
          </p:cNvCxnSpPr>
          <p:nvPr/>
        </p:nvCxnSpPr>
        <p:spPr>
          <a:xfrm flipV="1">
            <a:off x="-41350" y="-1"/>
            <a:ext cx="3905034" cy="302149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236170-F5BA-8DBF-9253-ADD639CD9680}"/>
              </a:ext>
            </a:extLst>
          </p:cNvPr>
          <p:cNvCxnSpPr>
            <a:cxnSpLocks/>
          </p:cNvCxnSpPr>
          <p:nvPr/>
        </p:nvCxnSpPr>
        <p:spPr>
          <a:xfrm flipV="1">
            <a:off x="8567307" y="3556215"/>
            <a:ext cx="3635673" cy="330178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BC246A-C926-C74B-144A-A22102636CDD}"/>
              </a:ext>
            </a:extLst>
          </p:cNvPr>
          <p:cNvCxnSpPr>
            <a:cxnSpLocks/>
          </p:cNvCxnSpPr>
          <p:nvPr/>
        </p:nvCxnSpPr>
        <p:spPr>
          <a:xfrm>
            <a:off x="-41350" y="5074694"/>
            <a:ext cx="4540685" cy="178330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D238B8-F8BC-E02D-82F6-C32EA1C25B03}"/>
              </a:ext>
            </a:extLst>
          </p:cNvPr>
          <p:cNvCxnSpPr>
            <a:cxnSpLocks/>
          </p:cNvCxnSpPr>
          <p:nvPr/>
        </p:nvCxnSpPr>
        <p:spPr>
          <a:xfrm>
            <a:off x="10758601" y="-1"/>
            <a:ext cx="1026368" cy="685800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87E33-E292-84DB-CFC5-037767DED5E7}"/>
              </a:ext>
            </a:extLst>
          </p:cNvPr>
          <p:cNvCxnSpPr>
            <a:cxnSpLocks/>
          </p:cNvCxnSpPr>
          <p:nvPr/>
        </p:nvCxnSpPr>
        <p:spPr>
          <a:xfrm>
            <a:off x="8116008" y="-1"/>
            <a:ext cx="4086972" cy="139147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E7118C-0FB4-0CF3-538A-23903573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4" y="1591056"/>
            <a:ext cx="8055864" cy="3127248"/>
          </a:xfrm>
        </p:spPr>
        <p:txBody>
          <a:bodyPr lIns="0" tIns="0" rIns="0" bIns="0" anchor="t">
            <a:noAutofit/>
          </a:bodyPr>
          <a:lstStyle>
            <a:lvl1pPr algn="ctr">
              <a:defRPr sz="5500" baseline="0">
                <a:ln w="15875">
                  <a:solidFill>
                    <a:schemeClr val="accent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Graphic 6" descr="Open quotation mark outline">
            <a:extLst>
              <a:ext uri="{FF2B5EF4-FFF2-40B4-BE49-F238E27FC236}">
                <a16:creationId xmlns:a16="http://schemas.microsoft.com/office/drawing/2014/main" id="{827EAF0A-A165-45C2-7F1B-61B5C38C43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875" y="-1"/>
            <a:ext cx="1602058" cy="1592765"/>
          </a:xfrm>
          <a:prstGeom prst="rect">
            <a:avLst/>
          </a:prstGeom>
        </p:spPr>
      </p:pic>
      <p:pic>
        <p:nvPicPr>
          <p:cNvPr id="13" name="Graphic 6" descr="Open quotation mark outline">
            <a:extLst>
              <a:ext uri="{FF2B5EF4-FFF2-40B4-BE49-F238E27FC236}">
                <a16:creationId xmlns:a16="http://schemas.microsoft.com/office/drawing/2014/main" id="{1B0A1E52-4B54-E702-39EA-2FDB431230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123068" y="5190808"/>
            <a:ext cx="1602058" cy="1592765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155AF48D-93E9-E6EC-EAC5-B732F28C4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0904" y="4727448"/>
            <a:ext cx="6766560" cy="1591056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457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2131924-67CB-28AA-2CD5-687CBCB44E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506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B2FAB-5DFD-93F0-4BFE-135A8C33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5468112" cy="1435608"/>
          </a:xfrm>
        </p:spPr>
        <p:txBody>
          <a:bodyPr lIns="0" tIns="0" rIns="0" bIns="0" anchor="t">
            <a:noAutofit/>
          </a:bodyPr>
          <a:lstStyle>
            <a:lvl1pPr>
              <a:defRPr sz="5500" cap="all" baseline="0">
                <a:ln w="15875">
                  <a:noFill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E009C-9966-E783-9CB7-DEB9BFA170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623F-3EFD-A383-6EFD-529A7DF5F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F325E0F-FFBB-4476-43B8-9D2D928EFE7D}"/>
              </a:ext>
            </a:extLst>
          </p:cNvPr>
          <p:cNvSpPr/>
          <p:nvPr userDrawn="1"/>
        </p:nvSpPr>
        <p:spPr>
          <a:xfrm>
            <a:off x="6344362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F4081149-7668-2C87-E43C-4412E70F4A91}"/>
              </a:ext>
            </a:extLst>
          </p:cNvPr>
          <p:cNvSpPr/>
          <p:nvPr userDrawn="1"/>
        </p:nvSpPr>
        <p:spPr>
          <a:xfrm>
            <a:off x="9189299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92E5EB0-A658-029E-D5D0-BCE1574A221C}"/>
              </a:ext>
            </a:extLst>
          </p:cNvPr>
          <p:cNvSpPr/>
          <p:nvPr userDrawn="1"/>
        </p:nvSpPr>
        <p:spPr>
          <a:xfrm>
            <a:off x="654488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41C4C8C-CA8B-DF1C-4CE4-72AA201276FD}"/>
              </a:ext>
            </a:extLst>
          </p:cNvPr>
          <p:cNvSpPr/>
          <p:nvPr userDrawn="1"/>
        </p:nvSpPr>
        <p:spPr>
          <a:xfrm>
            <a:off x="3499425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0C1AB6-97D1-A546-4CDB-581820C37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5391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551A569-6887-AF4A-69C0-04FEFAB0B4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8276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43DE41-07D6-C365-F274-A56FE59E1C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81160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4C40CC6-4591-55BF-FD47-0E28F9C831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792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450C7AB-27EC-6384-E4E4-3C73E497DB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792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F12C028-16B0-8E76-94E3-D70BAA13B7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5576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9FC0685-4E19-6701-97D2-E725CD514D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576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32DF73F-AB65-F574-3868-8473DFC2A7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09360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E61294-AE0F-FD37-A192-24B9AED9E7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09360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9811CA8-206B-8729-28D2-11B5F8275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3144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EC9E02F9-887E-4842-4BDD-DE7C0B25BA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53144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650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8CD08B2E-1A27-1339-B056-40F503A020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8178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B2FAB-5DFD-93F0-4BFE-135A8C33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7260336" cy="1417320"/>
          </a:xfrm>
        </p:spPr>
        <p:txBody>
          <a:bodyPr lIns="0" tIns="0" rIns="0" bIns="0" anchor="t">
            <a:noAutofit/>
          </a:bodyPr>
          <a:lstStyle>
            <a:lvl1pPr>
              <a:defRPr sz="5500" cap="all" baseline="0">
                <a:ln w="15875">
                  <a:noFill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E009C-9966-E783-9CB7-DEB9BFA170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623F-3EFD-A383-6EFD-529A7DF5F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955D11F-6341-A8CE-C7B8-E0D11689EC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57900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5D408B46-3F0C-8348-6990-1A9B5E0606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67622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49EA0B6-BDA2-7C47-3BF4-B0183E16ED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7344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4C40CC6-4591-55BF-FD47-0E28F9C831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936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450C7AB-27EC-6384-E4E4-3C73E497DB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F12C028-16B0-8E76-94E3-D70BAA13B7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38728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9FC0685-4E19-6701-97D2-E725CD514D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38728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32DF73F-AB65-F574-3868-8473DFC2A7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46520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E61294-AE0F-FD37-A192-24B9AED9E7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46520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9811CA8-206B-8729-28D2-11B5F8275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54312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EC9E02F9-887E-4842-4BDD-DE7C0B25BA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54312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F149B342-A3F4-6E89-B4C6-2B522C9BF03B}"/>
              </a:ext>
            </a:extLst>
          </p:cNvPr>
          <p:cNvSpPr/>
          <p:nvPr userDrawn="1"/>
        </p:nvSpPr>
        <p:spPr>
          <a:xfrm>
            <a:off x="7887809" y="-23198"/>
            <a:ext cx="3204758" cy="257567"/>
          </a:xfrm>
          <a:custGeom>
            <a:avLst/>
            <a:gdLst>
              <a:gd name="connsiteX0" fmla="*/ 64392 w 3204758"/>
              <a:gd name="connsiteY0" fmla="*/ 0 h 257567"/>
              <a:gd name="connsiteX1" fmla="*/ 3204758 w 3204758"/>
              <a:gd name="connsiteY1" fmla="*/ 0 h 257567"/>
              <a:gd name="connsiteX2" fmla="*/ 3140366 w 3204758"/>
              <a:gd name="connsiteY2" fmla="*/ 257567 h 257567"/>
              <a:gd name="connsiteX3" fmla="*/ 0 w 3204758"/>
              <a:gd name="connsiteY3" fmla="*/ 257567 h 25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4758" h="257567">
                <a:moveTo>
                  <a:pt x="64392" y="0"/>
                </a:moveTo>
                <a:lnTo>
                  <a:pt x="3204758" y="0"/>
                </a:lnTo>
                <a:lnTo>
                  <a:pt x="3140366" y="257567"/>
                </a:lnTo>
                <a:lnTo>
                  <a:pt x="0" y="2575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D447C9B3-7A22-F930-6CED-FB28EED0CCF5}"/>
              </a:ext>
            </a:extLst>
          </p:cNvPr>
          <p:cNvSpPr/>
          <p:nvPr userDrawn="1"/>
        </p:nvSpPr>
        <p:spPr>
          <a:xfrm>
            <a:off x="758082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5972FF33-52A0-D38A-FAB1-FA692E78FBF1}"/>
              </a:ext>
            </a:extLst>
          </p:cNvPr>
          <p:cNvSpPr/>
          <p:nvPr userDrawn="1"/>
        </p:nvSpPr>
        <p:spPr>
          <a:xfrm>
            <a:off x="9487248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F3F993CE-FEDE-89EE-7CD3-77BAA7847DC2}"/>
              </a:ext>
            </a:extLst>
          </p:cNvPr>
          <p:cNvSpPr/>
          <p:nvPr userDrawn="1"/>
        </p:nvSpPr>
        <p:spPr>
          <a:xfrm>
            <a:off x="6577526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0E731F75-2A89-DA64-7A14-610DBF8F1ED8}"/>
              </a:ext>
            </a:extLst>
          </p:cNvPr>
          <p:cNvSpPr/>
          <p:nvPr userDrawn="1"/>
        </p:nvSpPr>
        <p:spPr>
          <a:xfrm>
            <a:off x="3667804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DCCA3906-052B-CF79-628E-5E0C081BE400}"/>
              </a:ext>
            </a:extLst>
          </p:cNvPr>
          <p:cNvSpPr/>
          <p:nvPr userDrawn="1"/>
        </p:nvSpPr>
        <p:spPr>
          <a:xfrm>
            <a:off x="758082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F9B6B24C-61B3-0F91-EC83-84A297108592}"/>
              </a:ext>
            </a:extLst>
          </p:cNvPr>
          <p:cNvSpPr/>
          <p:nvPr userDrawn="1"/>
        </p:nvSpPr>
        <p:spPr>
          <a:xfrm>
            <a:off x="9487248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7AC13754-D48E-AAF0-992F-594A4EE28D8B}"/>
              </a:ext>
            </a:extLst>
          </p:cNvPr>
          <p:cNvSpPr/>
          <p:nvPr userDrawn="1"/>
        </p:nvSpPr>
        <p:spPr>
          <a:xfrm>
            <a:off x="6577526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1E82208D-CAFA-8B11-D4E8-2420C1CD863A}"/>
              </a:ext>
            </a:extLst>
          </p:cNvPr>
          <p:cNvSpPr/>
          <p:nvPr userDrawn="1"/>
        </p:nvSpPr>
        <p:spPr>
          <a:xfrm>
            <a:off x="3667804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76E7F0BA-340A-70F3-47FB-B6E9D8A7918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8178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4E816629-DA97-E685-40F4-768F366FE6D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57900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A23D1D51-C141-0DE8-9FCE-41630611B20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67622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91D06723-3EA9-1463-71BE-8359023D490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77344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EDB02667-75DD-3AE0-BAA1-B3515E86C7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0936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D81B39FB-4E49-BE59-87D4-1343901EDFD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0936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DFDA8BE5-38C5-0AD5-D2AB-532AD3A1CD9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538728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4E6A6F4D-D8BD-0134-A96A-B5D1D8F75E9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38728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30335191-F108-1444-13A9-DC06A0504E5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46520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1">
            <a:extLst>
              <a:ext uri="{FF2B5EF4-FFF2-40B4-BE49-F238E27FC236}">
                <a16:creationId xmlns:a16="http://schemas.microsoft.com/office/drawing/2014/main" id="{E34CD1B3-EC0A-2B8B-8E08-8F1D91C4499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446520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D7C5E80-F9AA-4BCC-8155-925C1A6C800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54312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1">
            <a:extLst>
              <a:ext uri="{FF2B5EF4-FFF2-40B4-BE49-F238E27FC236}">
                <a16:creationId xmlns:a16="http://schemas.microsoft.com/office/drawing/2014/main" id="{BC33FAD1-3F22-5FE2-9A84-8D2BAE1B787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54312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245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464346-1914-EE8F-3D07-B6BF7DDED2A6}"/>
              </a:ext>
            </a:extLst>
          </p:cNvPr>
          <p:cNvSpPr/>
          <p:nvPr userDrawn="1"/>
        </p:nvSpPr>
        <p:spPr>
          <a:xfrm>
            <a:off x="6279700" y="0"/>
            <a:ext cx="5912300" cy="1445448"/>
          </a:xfrm>
          <a:custGeom>
            <a:avLst/>
            <a:gdLst>
              <a:gd name="connsiteX0" fmla="*/ 0 w 5912300"/>
              <a:gd name="connsiteY0" fmla="*/ 0 h 1445448"/>
              <a:gd name="connsiteX1" fmla="*/ 164892 w 5912300"/>
              <a:gd name="connsiteY1" fmla="*/ 0 h 1445448"/>
              <a:gd name="connsiteX2" fmla="*/ 5912299 w 5912300"/>
              <a:gd name="connsiteY2" fmla="*/ 1405135 h 1445448"/>
              <a:gd name="connsiteX3" fmla="*/ 5912300 w 5912300"/>
              <a:gd name="connsiteY3" fmla="*/ 1445448 h 144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2300" h="1445448">
                <a:moveTo>
                  <a:pt x="0" y="0"/>
                </a:moveTo>
                <a:lnTo>
                  <a:pt x="164892" y="0"/>
                </a:lnTo>
                <a:lnTo>
                  <a:pt x="5912299" y="1405135"/>
                </a:lnTo>
                <a:lnTo>
                  <a:pt x="5912300" y="1445448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10954512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1481328"/>
            <a:ext cx="10954512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DD52C3-B607-4718-8060-DE51A473193A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376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B11385-38B0-5A73-2ED5-5831C619DA0D}"/>
              </a:ext>
            </a:extLst>
          </p:cNvPr>
          <p:cNvCxnSpPr>
            <a:cxnSpLocks/>
          </p:cNvCxnSpPr>
          <p:nvPr userDrawn="1"/>
        </p:nvCxnSpPr>
        <p:spPr>
          <a:xfrm flipH="1">
            <a:off x="2999232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7730C-8727-BAC3-0B31-998BCE7AE6F5}"/>
              </a:ext>
            </a:extLst>
          </p:cNvPr>
          <p:cNvCxnSpPr>
            <a:cxnSpLocks/>
          </p:cNvCxnSpPr>
          <p:nvPr userDrawn="1"/>
        </p:nvCxnSpPr>
        <p:spPr>
          <a:xfrm flipH="1">
            <a:off x="5285232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01210-69EA-A39E-8C6B-DA7240A8DE1A}"/>
              </a:ext>
            </a:extLst>
          </p:cNvPr>
          <p:cNvCxnSpPr>
            <a:cxnSpLocks/>
          </p:cNvCxnSpPr>
          <p:nvPr userDrawn="1"/>
        </p:nvCxnSpPr>
        <p:spPr>
          <a:xfrm flipH="1">
            <a:off x="7562088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85AE4-5943-2EA1-DB71-60503401F79C}"/>
              </a:ext>
            </a:extLst>
          </p:cNvPr>
          <p:cNvCxnSpPr>
            <a:cxnSpLocks/>
          </p:cNvCxnSpPr>
          <p:nvPr userDrawn="1"/>
        </p:nvCxnSpPr>
        <p:spPr>
          <a:xfrm flipH="1">
            <a:off x="9838944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6F6951-0B18-5BBC-BB37-77CFF9924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432D6ED-80F7-557F-BF87-75BDDB2861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7792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7C29E41-52B3-A130-CB20-7C3761CE7D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93792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B4688B7-A0F2-62A8-EEF6-9137117B68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70648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821B85B-D974-5B4F-CD11-BC8425FAC5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7504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36BBA77-DF34-1DFA-0A4F-9135D678C91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192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E9A3292-191B-010F-070D-D0FDE41777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70048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2BC6B74-3807-C720-B915-2CF7F547C5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6048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B9F69994-8695-326D-A14A-2EF6CC6B7B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2904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FFBA7C26-A391-16B9-09FE-3311997414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18904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0A65C442-D79F-AFAF-149E-A851408E53B3}"/>
              </a:ext>
            </a:extLst>
          </p:cNvPr>
          <p:cNvSpPr/>
          <p:nvPr userDrawn="1"/>
        </p:nvSpPr>
        <p:spPr>
          <a:xfrm rot="5400000" flipH="1" flipV="1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4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C17382-FA10-6566-4D96-1490A9526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278745" cy="6858000"/>
          </a:xfrm>
          <a:custGeom>
            <a:avLst/>
            <a:gdLst>
              <a:gd name="connsiteX0" fmla="*/ 0 w 5278745"/>
              <a:gd name="connsiteY0" fmla="*/ 0 h 6858000"/>
              <a:gd name="connsiteX1" fmla="*/ 5278745 w 5278745"/>
              <a:gd name="connsiteY1" fmla="*/ 0 h 6858000"/>
              <a:gd name="connsiteX2" fmla="*/ 3564245 w 5278745"/>
              <a:gd name="connsiteY2" fmla="*/ 6858000 h 6858000"/>
              <a:gd name="connsiteX3" fmla="*/ 2668656 w 5278745"/>
              <a:gd name="connsiteY3" fmla="*/ 6858000 h 6858000"/>
              <a:gd name="connsiteX4" fmla="*/ 2727248 w 5278745"/>
              <a:gd name="connsiteY4" fmla="*/ 6623632 h 6858000"/>
              <a:gd name="connsiteX5" fmla="*/ 0 w 5278745"/>
              <a:gd name="connsiteY5" fmla="*/ 66236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8745" h="6858000">
                <a:moveTo>
                  <a:pt x="0" y="0"/>
                </a:moveTo>
                <a:lnTo>
                  <a:pt x="5278745" y="0"/>
                </a:lnTo>
                <a:lnTo>
                  <a:pt x="3564245" y="6858000"/>
                </a:lnTo>
                <a:lnTo>
                  <a:pt x="2668656" y="6858000"/>
                </a:lnTo>
                <a:lnTo>
                  <a:pt x="2727248" y="6623632"/>
                </a:lnTo>
                <a:lnTo>
                  <a:pt x="0" y="662363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8165BE25-CB2C-A702-3550-E54C635FFB8B}"/>
              </a:ext>
            </a:extLst>
          </p:cNvPr>
          <p:cNvSpPr/>
          <p:nvPr userDrawn="1"/>
        </p:nvSpPr>
        <p:spPr>
          <a:xfrm>
            <a:off x="0" y="6623632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DD52C3-B607-4718-8060-DE51A473193A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674107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B11385-38B0-5A73-2ED5-5831C619DA0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1741328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7730C-8727-BAC3-0B31-998BCE7AE6F5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2808549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01210-69EA-A39E-8C6B-DA7240A8DE1A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3875770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85AE4-5943-2EA1-DB71-60503401F79C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4942990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6F6951-0B18-5BBC-BB37-77CFF9924B2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06640" y="832104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432D6ED-80F7-557F-BF87-75BDDB286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6640" y="1901952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7C29E41-52B3-A130-CB20-7C3761CE7D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6640" y="2980944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B4688B7-A0F2-62A8-EEF6-9137117B68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0" y="4050792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821B85B-D974-5B4F-CD11-BC8425FAC5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6640" y="5120640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36BBA77-DF34-1DFA-0A4F-9135D678C91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51392" y="832104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E9A3292-191B-010F-070D-D0FDE41777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51392" y="1901952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2BC6B74-3807-C720-B915-2CF7F547C5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51392" y="2980944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B9F69994-8695-326D-A14A-2EF6CC6B7B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51392" y="4050792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FFBA7C26-A391-16B9-09FE-3311997414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51392" y="5120640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210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A7941-4094-9338-0781-C528CF04A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5047488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D51E4-EBCD-B3FF-3F24-3CF3C262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760" y="3593592"/>
            <a:ext cx="5047488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CF8C5-31D4-0423-7F4E-ABC32A65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807208"/>
            <a:ext cx="5047488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5BA47-4F04-2A14-6A5A-922821DB8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4496" y="3593592"/>
            <a:ext cx="5047488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A4DFF-6A35-264D-A2F9-530070C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70CE5-9CB7-3F93-F9B0-8D862409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Fitness Presentation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5C0F7-BD2E-053D-5358-71E08600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B59D-69E7-401C-8830-EDCCB50337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BEA032DF-05FD-17F7-479F-A3951E09F4D4}"/>
              </a:ext>
            </a:extLst>
          </p:cNvPr>
          <p:cNvSpPr/>
          <p:nvPr userDrawn="1"/>
        </p:nvSpPr>
        <p:spPr>
          <a:xfrm rot="10800000">
            <a:off x="9464752" y="0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6B1E1-D8EC-EDE4-11EB-4D29F35A7108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989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B1D7D-979D-8108-C217-4E2DE36BDE3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00863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D903A0B9-E054-2F75-6039-E005C954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8385048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2E0089-10A5-1515-4D77-05810B45E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8001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6652213-673C-9229-DF21-B923490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7562088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7481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A7941-4094-9338-0781-C528CF04A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D51E4-EBCD-B3FF-3F24-3CF3C262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192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CF8C5-31D4-0423-7F4E-ABC32A65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4296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5BA47-4F04-2A14-6A5A-922821DB8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6552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A4DFF-6A35-264D-A2F9-530070C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70CE5-9CB7-3F93-F9B0-8D862409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Fitness Presentation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5C0F7-BD2E-053D-5358-71E08600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B59D-69E7-401C-8830-EDCCB503373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6B1E1-D8EC-EDE4-11EB-4D29F35A7108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989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B1D7D-979D-8108-C217-4E2DE36BDE3D}"/>
              </a:ext>
            </a:extLst>
          </p:cNvPr>
          <p:cNvCxnSpPr>
            <a:cxnSpLocks/>
          </p:cNvCxnSpPr>
          <p:nvPr userDrawn="1"/>
        </p:nvCxnSpPr>
        <p:spPr>
          <a:xfrm flipH="1">
            <a:off x="4745736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D903A0B9-E054-2F75-6039-E005C954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8385048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2E0089-10A5-1515-4D77-05810B45E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8001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6652213-673C-9229-DF21-B923490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7562088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A0BA746-EC25-79B9-2259-4C2E3BDA4E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6800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74E51966-CD5C-FED8-5B71-58FC2F00A1E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49056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EF3C4D-467B-D42F-DF18-AB27AEACC8BA}"/>
              </a:ext>
            </a:extLst>
          </p:cNvPr>
          <p:cNvCxnSpPr>
            <a:cxnSpLocks/>
          </p:cNvCxnSpPr>
          <p:nvPr userDrawn="1"/>
        </p:nvCxnSpPr>
        <p:spPr>
          <a:xfrm flipH="1">
            <a:off x="8759952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9">
            <a:extLst>
              <a:ext uri="{FF2B5EF4-FFF2-40B4-BE49-F238E27FC236}">
                <a16:creationId xmlns:a16="http://schemas.microsoft.com/office/drawing/2014/main" id="{4E8BB561-0E6A-FD7A-3855-CC88AE16FB4F}"/>
              </a:ext>
            </a:extLst>
          </p:cNvPr>
          <p:cNvSpPr/>
          <p:nvPr userDrawn="1"/>
        </p:nvSpPr>
        <p:spPr>
          <a:xfrm>
            <a:off x="0" y="6623632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58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C446DBB-9662-AAEC-749A-3EAD8439E26C}"/>
              </a:ext>
            </a:extLst>
          </p:cNvPr>
          <p:cNvSpPr/>
          <p:nvPr userDrawn="1"/>
        </p:nvSpPr>
        <p:spPr>
          <a:xfrm>
            <a:off x="11467858" y="0"/>
            <a:ext cx="724143" cy="2781540"/>
          </a:xfrm>
          <a:custGeom>
            <a:avLst/>
            <a:gdLst>
              <a:gd name="connsiteX0" fmla="*/ 40465 w 724143"/>
              <a:gd name="connsiteY0" fmla="*/ 0 h 2781540"/>
              <a:gd name="connsiteX1" fmla="*/ 724143 w 724143"/>
              <a:gd name="connsiteY1" fmla="*/ 2626109 h 2781540"/>
              <a:gd name="connsiteX2" fmla="*/ 724143 w 724143"/>
              <a:gd name="connsiteY2" fmla="*/ 2781540 h 2781540"/>
              <a:gd name="connsiteX3" fmla="*/ 0 w 724143"/>
              <a:gd name="connsiteY3" fmla="*/ 1 h 278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143" h="2781540">
                <a:moveTo>
                  <a:pt x="40465" y="0"/>
                </a:moveTo>
                <a:lnTo>
                  <a:pt x="724143" y="2626109"/>
                </a:lnTo>
                <a:lnTo>
                  <a:pt x="724143" y="278154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8310CE5-2A39-2530-08AF-511445443A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978940" cy="6858000"/>
          </a:xfrm>
          <a:custGeom>
            <a:avLst/>
            <a:gdLst>
              <a:gd name="connsiteX0" fmla="*/ 699082 w 5978940"/>
              <a:gd name="connsiteY0" fmla="*/ 0 h 6858000"/>
              <a:gd name="connsiteX1" fmla="*/ 5978940 w 5978940"/>
              <a:gd name="connsiteY1" fmla="*/ 0 h 6858000"/>
              <a:gd name="connsiteX2" fmla="*/ 4264440 w 5978940"/>
              <a:gd name="connsiteY2" fmla="*/ 6858000 h 6858000"/>
              <a:gd name="connsiteX3" fmla="*/ 852439 w 5978940"/>
              <a:gd name="connsiteY3" fmla="*/ 6858000 h 6858000"/>
              <a:gd name="connsiteX4" fmla="*/ 1050 w 5978940"/>
              <a:gd name="connsiteY4" fmla="*/ 3452446 h 6858000"/>
              <a:gd name="connsiteX5" fmla="*/ 0 w 5978940"/>
              <a:gd name="connsiteY5" fmla="*/ 3452446 h 6858000"/>
              <a:gd name="connsiteX6" fmla="*/ 0 w 5978940"/>
              <a:gd name="connsiteY6" fmla="*/ 27963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8940" h="6858000">
                <a:moveTo>
                  <a:pt x="699082" y="0"/>
                </a:moveTo>
                <a:lnTo>
                  <a:pt x="5978940" y="0"/>
                </a:lnTo>
                <a:lnTo>
                  <a:pt x="4264440" y="6858000"/>
                </a:lnTo>
                <a:lnTo>
                  <a:pt x="852439" y="6858000"/>
                </a:lnTo>
                <a:lnTo>
                  <a:pt x="1050" y="3452446"/>
                </a:lnTo>
                <a:lnTo>
                  <a:pt x="0" y="3452446"/>
                </a:lnTo>
                <a:lnTo>
                  <a:pt x="0" y="279632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826EA2-1F85-8AB9-0C2A-E95F5E3AA2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672" y="1143000"/>
            <a:ext cx="3694176" cy="4572000"/>
          </a:xfrm>
        </p:spPr>
        <p:txBody>
          <a:bodyPr anchor="ctr"/>
          <a:lstStyle>
            <a:lvl1pPr marL="0" indent="0">
              <a:lnSpc>
                <a:spcPct val="150000"/>
              </a:lnSpc>
              <a:buFont typeface="Courier New" panose="02070309020205020404" pitchFamily="49" charset="0"/>
              <a:buNone/>
              <a:defRPr sz="1800" b="0" cap="none" baseline="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600"/>
            </a:lvl3pPr>
            <a:lvl4pPr marL="1600200" indent="-228600">
              <a:buFont typeface="Courier New" panose="02070309020205020404" pitchFamily="49" charset="0"/>
              <a:buChar char="o"/>
              <a:defRPr sz="1400"/>
            </a:lvl4pPr>
            <a:lvl5pPr marL="2057400" indent="-228600"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99A1EBC8-5BEE-A0E4-B56E-C4544BE8FFC6}"/>
              </a:ext>
            </a:extLst>
          </p:cNvPr>
          <p:cNvSpPr/>
          <p:nvPr userDrawn="1"/>
        </p:nvSpPr>
        <p:spPr>
          <a:xfrm flipV="1">
            <a:off x="0" y="3452446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494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307491-23CE-8355-10C4-42A34B90B3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421A0C3-CA91-989A-C39F-D68CE4FD47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60090" y="0"/>
            <a:ext cx="7331911" cy="6857997"/>
          </a:xfrm>
          <a:custGeom>
            <a:avLst/>
            <a:gdLst>
              <a:gd name="connsiteX0" fmla="*/ 957944 w 7331911"/>
              <a:gd name="connsiteY0" fmla="*/ 0 h 6857997"/>
              <a:gd name="connsiteX1" fmla="*/ 3277866 w 7331911"/>
              <a:gd name="connsiteY1" fmla="*/ 0 h 6857997"/>
              <a:gd name="connsiteX2" fmla="*/ 7331911 w 7331911"/>
              <a:gd name="connsiteY2" fmla="*/ 3174840 h 6857997"/>
              <a:gd name="connsiteX3" fmla="*/ 7331911 w 7331911"/>
              <a:gd name="connsiteY3" fmla="*/ 4249156 h 6857997"/>
              <a:gd name="connsiteX4" fmla="*/ 926985 w 7331911"/>
              <a:gd name="connsiteY4" fmla="*/ 6857997 h 6857997"/>
              <a:gd name="connsiteX5" fmla="*/ 0 w 7331911"/>
              <a:gd name="connsiteY5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31911" h="6857997">
                <a:moveTo>
                  <a:pt x="957944" y="0"/>
                </a:moveTo>
                <a:lnTo>
                  <a:pt x="3277866" y="0"/>
                </a:lnTo>
                <a:lnTo>
                  <a:pt x="7331911" y="3174840"/>
                </a:lnTo>
                <a:lnTo>
                  <a:pt x="7331911" y="4249156"/>
                </a:lnTo>
                <a:lnTo>
                  <a:pt x="926985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B3A20D7-F413-446F-855D-2CD7B20EE777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896112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16" y="2926080"/>
            <a:ext cx="5559552" cy="1399032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508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62089F5-4CC6-7B48-8855-8BEEDF5BF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0D905E-F05F-ACBD-3A07-3A060DE9C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3B3268-9759-AA4D-E54F-C236EB2FC6E3}"/>
              </a:ext>
            </a:extLst>
          </p:cNvPr>
          <p:cNvCxnSpPr>
            <a:cxnSpLocks/>
          </p:cNvCxnSpPr>
          <p:nvPr userDrawn="1"/>
        </p:nvCxnSpPr>
        <p:spPr>
          <a:xfrm>
            <a:off x="11067254" y="6194933"/>
            <a:ext cx="0" cy="32918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89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3374-C511-14CB-4BF8-849B3C4C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96DCE-D24B-2D8F-5484-946955CDB8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9101A-9050-5D45-B689-71FFD31FF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94ABE7A0-3CFC-F12D-2579-E8FF93C526CD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2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90" y="381000"/>
            <a:ext cx="10984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90" y="1825625"/>
            <a:ext cx="5490210" cy="3429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1E854BE-CF39-EF27-9D7B-11DB950D6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cap="all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B8B55D1-DE0D-79B9-9FE8-7294AFCC7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6C3A6-3F37-BCF0-303D-F127E0721BC0}"/>
              </a:ext>
            </a:extLst>
          </p:cNvPr>
          <p:cNvCxnSpPr>
            <a:cxnSpLocks/>
          </p:cNvCxnSpPr>
          <p:nvPr userDrawn="1"/>
        </p:nvCxnSpPr>
        <p:spPr>
          <a:xfrm>
            <a:off x="11067254" y="6194933"/>
            <a:ext cx="0" cy="32918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7" r:id="rId2"/>
    <p:sldLayoutId id="2147483678" r:id="rId3"/>
    <p:sldLayoutId id="2147483680" r:id="rId4"/>
    <p:sldLayoutId id="2147483681" r:id="rId5"/>
    <p:sldLayoutId id="2147483676" r:id="rId6"/>
    <p:sldLayoutId id="2147483682" r:id="rId7"/>
    <p:sldLayoutId id="2147483683" r:id="rId8"/>
    <p:sldLayoutId id="2147483684" r:id="rId9"/>
    <p:sldLayoutId id="2147483701" r:id="rId10"/>
    <p:sldLayoutId id="2147483700" r:id="rId11"/>
    <p:sldLayoutId id="2147483690" r:id="rId12"/>
    <p:sldLayoutId id="2147483697" r:id="rId13"/>
    <p:sldLayoutId id="2147483698" r:id="rId14"/>
    <p:sldLayoutId id="2147483699" r:id="rId15"/>
    <p:sldLayoutId id="2147483656" r:id="rId16"/>
    <p:sldLayoutId id="2147483702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>
          <a:ln w="15875">
            <a:solidFill>
              <a:schemeClr val="bg1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weights">
            <a:extLst>
              <a:ext uri="{FF2B5EF4-FFF2-40B4-BE49-F238E27FC236}">
                <a16:creationId xmlns:a16="http://schemas.microsoft.com/office/drawing/2014/main" id="{678C7CB8-7ECC-1DAB-BAFA-98B10CC572B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7" b="127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489A72-1444-0D35-EE91-CB6DB322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65" y="1890882"/>
            <a:ext cx="6044184" cy="896112"/>
          </a:xfrm>
        </p:spPr>
        <p:txBody>
          <a:bodyPr/>
          <a:lstStyle/>
          <a:p>
            <a:r>
              <a:rPr lang="en-US"/>
              <a:t>Data Analysis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7AAD62-A7B8-DCFD-7FCE-9F16BFC7B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626" y="4971612"/>
            <a:ext cx="5559552" cy="376829"/>
          </a:xfrm>
        </p:spPr>
        <p:txBody>
          <a:bodyPr/>
          <a:lstStyle/>
          <a:p>
            <a:r>
              <a:rPr lang="en-US" sz="2800" i="1" cap="none"/>
              <a:t>Presented by Zaw Min Tun</a:t>
            </a:r>
            <a:endParaRPr lang="en-US" sz="2800" i="1" cap="none" dirty="0"/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3F1E8409-3F4A-2E2C-E7C4-0C5EDDA9CAE0}"/>
              </a:ext>
            </a:extLst>
          </p:cNvPr>
          <p:cNvSpPr txBox="1">
            <a:spLocks/>
          </p:cNvSpPr>
          <p:nvPr/>
        </p:nvSpPr>
        <p:spPr>
          <a:xfrm>
            <a:off x="700732" y="2836400"/>
            <a:ext cx="5559552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ON</a:t>
            </a:r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C54AB6C3-676A-3B14-059D-D037BEEA524C}"/>
              </a:ext>
            </a:extLst>
          </p:cNvPr>
          <p:cNvSpPr txBox="1">
            <a:spLocks/>
          </p:cNvSpPr>
          <p:nvPr/>
        </p:nvSpPr>
        <p:spPr>
          <a:xfrm>
            <a:off x="1122626" y="3516591"/>
            <a:ext cx="5559552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FITNESS APP USERS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614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25F0-F3B2-548F-E9E4-385AE819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weights">
            <a:extLst>
              <a:ext uri="{FF2B5EF4-FFF2-40B4-BE49-F238E27FC236}">
                <a16:creationId xmlns:a16="http://schemas.microsoft.com/office/drawing/2014/main" id="{408194D9-8147-B2A5-A31A-D50986F269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7" b="127"/>
          <a:stretch>
            <a:fillRect/>
          </a:stretch>
        </p:blipFill>
        <p:spPr>
          <a:xfrm>
            <a:off x="7882045" y="380678"/>
            <a:ext cx="3539004" cy="3132543"/>
          </a:xfrm>
        </p:spPr>
      </p:pic>
      <p:sp>
        <p:nvSpPr>
          <p:cNvPr id="10" name="Subtitle 4">
            <a:extLst>
              <a:ext uri="{FF2B5EF4-FFF2-40B4-BE49-F238E27FC236}">
                <a16:creationId xmlns:a16="http://schemas.microsoft.com/office/drawing/2014/main" id="{A62B6A5F-F92D-A677-BDEA-BCCE8BA51933}"/>
              </a:ext>
            </a:extLst>
          </p:cNvPr>
          <p:cNvSpPr txBox="1">
            <a:spLocks/>
          </p:cNvSpPr>
          <p:nvPr/>
        </p:nvSpPr>
        <p:spPr>
          <a:xfrm>
            <a:off x="3901882" y="4668031"/>
            <a:ext cx="9077019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cap="none"/>
              <a:t>Null check: </a:t>
            </a:r>
            <a:r>
              <a:rPr lang="en-US" sz="2800" b="0" cap="none">
                <a:solidFill>
                  <a:schemeClr val="accent4"/>
                </a:solidFill>
              </a:rPr>
              <a:t>OK</a:t>
            </a:r>
            <a:endParaRPr lang="en-US" sz="2800" b="0" cap="none"/>
          </a:p>
          <a:p>
            <a:r>
              <a:rPr lang="en-US" sz="2800" b="0" cap="none"/>
              <a:t>Duplication check:  </a:t>
            </a:r>
            <a:r>
              <a:rPr lang="en-US" sz="2800" b="0" cap="none">
                <a:solidFill>
                  <a:schemeClr val="accent4"/>
                </a:solidFill>
              </a:rPr>
              <a:t>OK</a:t>
            </a:r>
            <a:endParaRPr lang="en-US" sz="2800" b="0" cap="none"/>
          </a:p>
          <a:p>
            <a:r>
              <a:rPr lang="en-US" sz="2800" b="0" cap="none"/>
              <a:t>Data anomaly check: </a:t>
            </a:r>
            <a:r>
              <a:rPr lang="en-US" sz="2800" b="0" cap="none">
                <a:solidFill>
                  <a:srgbClr val="FFC000"/>
                </a:solidFill>
              </a:rPr>
              <a:t>1 record has negative value for Average session duration (minutes)</a:t>
            </a:r>
            <a:endParaRPr lang="en-US" sz="2800" b="0" cap="none" dirty="0">
              <a:solidFill>
                <a:srgbClr val="FFC000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3CF3603E-377B-D152-0AB6-19D14FED123F}"/>
              </a:ext>
            </a:extLst>
          </p:cNvPr>
          <p:cNvSpPr txBox="1">
            <a:spLocks/>
          </p:cNvSpPr>
          <p:nvPr/>
        </p:nvSpPr>
        <p:spPr>
          <a:xfrm>
            <a:off x="227242" y="196835"/>
            <a:ext cx="6044184" cy="896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00" b="1" i="0" kern="1200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About Data</a:t>
            </a:r>
            <a:endParaRPr lang="en-US" sz="4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30AB254-08E4-E7CE-C858-F42AD3AE983E}"/>
              </a:ext>
            </a:extLst>
          </p:cNvPr>
          <p:cNvSpPr txBox="1">
            <a:spLocks/>
          </p:cNvSpPr>
          <p:nvPr/>
        </p:nvSpPr>
        <p:spPr>
          <a:xfrm>
            <a:off x="401108" y="1010652"/>
            <a:ext cx="6675627" cy="50051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2000"/>
              <a:t>About Fitness App Users</a:t>
            </a:r>
          </a:p>
          <a:p>
            <a:pPr marL="285750" indent="-285750">
              <a:buFontTx/>
              <a:buChar char="-"/>
            </a:pPr>
            <a:r>
              <a:rPr lang="en-US" sz="2000"/>
              <a:t>200 records</a:t>
            </a:r>
          </a:p>
          <a:p>
            <a:pPr marL="285750" indent="-285750">
              <a:buFontTx/>
              <a:buChar char="-"/>
            </a:pPr>
            <a:r>
              <a:rPr lang="en-US" sz="2000"/>
              <a:t>8 features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User ID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Age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Gender 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Workouts per week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Average session duration (min)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Steps per day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Subscription Type</a:t>
            </a:r>
          </a:p>
          <a:p>
            <a:pPr marL="971550" lvl="1" indent="-285750">
              <a:buFontTx/>
              <a:buChar char="-"/>
            </a:pPr>
            <a:r>
              <a:rPr lang="en-US" sz="2000"/>
              <a:t>Churned</a:t>
            </a:r>
          </a:p>
          <a:p>
            <a:pPr marL="9715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30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EDE2-BFB4-D32A-57D4-5576A4E5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weights">
            <a:extLst>
              <a:ext uri="{FF2B5EF4-FFF2-40B4-BE49-F238E27FC236}">
                <a16:creationId xmlns:a16="http://schemas.microsoft.com/office/drawing/2014/main" id="{45FE5973-80F5-6AAE-2DC7-4547586F41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7" b="127"/>
          <a:stretch>
            <a:fillRect/>
          </a:stretch>
        </p:blipFill>
        <p:spPr>
          <a:xfrm>
            <a:off x="7882045" y="380678"/>
            <a:ext cx="3539004" cy="3132543"/>
          </a:xfrm>
        </p:spPr>
      </p:pic>
      <p:sp>
        <p:nvSpPr>
          <p:cNvPr id="10" name="Subtitle 4">
            <a:extLst>
              <a:ext uri="{FF2B5EF4-FFF2-40B4-BE49-F238E27FC236}">
                <a16:creationId xmlns:a16="http://schemas.microsoft.com/office/drawing/2014/main" id="{2C562DC2-7744-76FB-E164-B04A706E4FA1}"/>
              </a:ext>
            </a:extLst>
          </p:cNvPr>
          <p:cNvSpPr txBox="1">
            <a:spLocks/>
          </p:cNvSpPr>
          <p:nvPr/>
        </p:nvSpPr>
        <p:spPr>
          <a:xfrm>
            <a:off x="693019" y="1092947"/>
            <a:ext cx="2079057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cap="none"/>
              <a:t>Finding K</a:t>
            </a:r>
            <a:endParaRPr lang="en-US" sz="2800" b="0" cap="none" dirty="0">
              <a:solidFill>
                <a:srgbClr val="FFC000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78BC3363-02F0-418B-4CBE-6FE73696E37B}"/>
              </a:ext>
            </a:extLst>
          </p:cNvPr>
          <p:cNvSpPr txBox="1">
            <a:spLocks/>
          </p:cNvSpPr>
          <p:nvPr/>
        </p:nvSpPr>
        <p:spPr>
          <a:xfrm>
            <a:off x="227241" y="196835"/>
            <a:ext cx="7434467" cy="896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00" b="1" i="0" kern="1200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K-MEANS Clustering </a:t>
            </a:r>
            <a:endParaRPr lang="en-US" sz="4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BC6B8B-8364-C1FA-35DA-2A974D7F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1" y="1860615"/>
            <a:ext cx="7958152" cy="3979076"/>
          </a:xfrm>
          <a:prstGeom prst="rect">
            <a:avLst/>
          </a:prstGeom>
        </p:spPr>
      </p:pic>
      <p:sp>
        <p:nvSpPr>
          <p:cNvPr id="3" name="Subtitle 4">
            <a:extLst>
              <a:ext uri="{FF2B5EF4-FFF2-40B4-BE49-F238E27FC236}">
                <a16:creationId xmlns:a16="http://schemas.microsoft.com/office/drawing/2014/main" id="{5B4E712C-CC38-A8EF-4BAD-BCBFD81CD5F1}"/>
              </a:ext>
            </a:extLst>
          </p:cNvPr>
          <p:cNvSpPr txBox="1">
            <a:spLocks/>
          </p:cNvSpPr>
          <p:nvPr/>
        </p:nvSpPr>
        <p:spPr>
          <a:xfrm>
            <a:off x="9865895" y="4572000"/>
            <a:ext cx="1288181" cy="27463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b="0" cap="none"/>
              <a:t>3</a:t>
            </a:r>
            <a:endParaRPr lang="en-US" sz="9600" b="0" cap="none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9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9547-CE6A-9E27-AAB0-88A72556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4">
            <a:extLst>
              <a:ext uri="{FF2B5EF4-FFF2-40B4-BE49-F238E27FC236}">
                <a16:creationId xmlns:a16="http://schemas.microsoft.com/office/drawing/2014/main" id="{85212DFB-12FB-31C9-1A15-FD1F0B063930}"/>
              </a:ext>
            </a:extLst>
          </p:cNvPr>
          <p:cNvSpPr txBox="1">
            <a:spLocks/>
          </p:cNvSpPr>
          <p:nvPr/>
        </p:nvSpPr>
        <p:spPr>
          <a:xfrm>
            <a:off x="330939" y="842750"/>
            <a:ext cx="2079057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cap="none"/>
              <a:t>Outcome</a:t>
            </a:r>
            <a:endParaRPr lang="en-US" sz="2800" b="0" cap="none" dirty="0">
              <a:solidFill>
                <a:srgbClr val="FFC000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B506876-40C5-E208-C98D-20B7EC6C6F1C}"/>
              </a:ext>
            </a:extLst>
          </p:cNvPr>
          <p:cNvSpPr txBox="1">
            <a:spLocks/>
          </p:cNvSpPr>
          <p:nvPr/>
        </p:nvSpPr>
        <p:spPr>
          <a:xfrm>
            <a:off x="227241" y="196835"/>
            <a:ext cx="7434467" cy="896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00" b="1" i="0" kern="1200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K-MEANS Clustering </a:t>
            </a:r>
            <a:endParaRPr lang="en-US" sz="4800" dirty="0"/>
          </a:p>
        </p:txBody>
      </p:sp>
      <p:pic>
        <p:nvPicPr>
          <p:cNvPr id="4" name="Picture Placeholder 15" descr="Close up of a hand holding a dumbbell">
            <a:extLst>
              <a:ext uri="{FF2B5EF4-FFF2-40B4-BE49-F238E27FC236}">
                <a16:creationId xmlns:a16="http://schemas.microsoft.com/office/drawing/2014/main" id="{70A2DF16-A65B-E702-71E7-561A8A7817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" b="12"/>
          <a:stretch/>
        </p:blipFill>
        <p:spPr>
          <a:xfrm>
            <a:off x="8921939" y="519544"/>
            <a:ext cx="2767833" cy="3640910"/>
          </a:xfrm>
          <a:custGeom>
            <a:avLst/>
            <a:gdLst>
              <a:gd name="connsiteX0" fmla="*/ 957944 w 7331911"/>
              <a:gd name="connsiteY0" fmla="*/ 0 h 6857997"/>
              <a:gd name="connsiteX1" fmla="*/ 3277866 w 7331911"/>
              <a:gd name="connsiteY1" fmla="*/ 0 h 6857997"/>
              <a:gd name="connsiteX2" fmla="*/ 7331911 w 7331911"/>
              <a:gd name="connsiteY2" fmla="*/ 3174840 h 6857997"/>
              <a:gd name="connsiteX3" fmla="*/ 7331911 w 7331911"/>
              <a:gd name="connsiteY3" fmla="*/ 4249156 h 6857997"/>
              <a:gd name="connsiteX4" fmla="*/ 926985 w 7331911"/>
              <a:gd name="connsiteY4" fmla="*/ 6857997 h 6857997"/>
              <a:gd name="connsiteX5" fmla="*/ 0 w 7331911"/>
              <a:gd name="connsiteY5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31911" h="6857997">
                <a:moveTo>
                  <a:pt x="957944" y="0"/>
                </a:moveTo>
                <a:lnTo>
                  <a:pt x="3277866" y="0"/>
                </a:lnTo>
                <a:lnTo>
                  <a:pt x="7331911" y="3174840"/>
                </a:lnTo>
                <a:lnTo>
                  <a:pt x="7331911" y="4249156"/>
                </a:lnTo>
                <a:lnTo>
                  <a:pt x="926985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91164-7D03-0A2E-7D2F-49B6C781C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3" y="1520981"/>
            <a:ext cx="7772400" cy="2102846"/>
          </a:xfrm>
          <a:prstGeom prst="rect">
            <a:avLst/>
          </a:prstGeom>
        </p:spPr>
      </p:pic>
      <p:pic>
        <p:nvPicPr>
          <p:cNvPr id="16" name="Graphic 15" descr="Yoga with solid fill">
            <a:extLst>
              <a:ext uri="{FF2B5EF4-FFF2-40B4-BE49-F238E27FC236}">
                <a16:creationId xmlns:a16="http://schemas.microsoft.com/office/drawing/2014/main" id="{6C3B3E83-A604-1FB3-B561-3EC13BCD4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935" y="3129578"/>
            <a:ext cx="572859" cy="572859"/>
          </a:xfrm>
          <a:prstGeom prst="rect">
            <a:avLst/>
          </a:prstGeom>
        </p:spPr>
      </p:pic>
      <p:pic>
        <p:nvPicPr>
          <p:cNvPr id="18" name="Graphic 17" descr="Football with solid fill">
            <a:extLst>
              <a:ext uri="{FF2B5EF4-FFF2-40B4-BE49-F238E27FC236}">
                <a16:creationId xmlns:a16="http://schemas.microsoft.com/office/drawing/2014/main" id="{82B7C494-4A6B-395C-EE03-89B701E96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765" y="1932553"/>
            <a:ext cx="609439" cy="609439"/>
          </a:xfrm>
          <a:prstGeom prst="rect">
            <a:avLst/>
          </a:prstGeom>
        </p:spPr>
      </p:pic>
      <p:pic>
        <p:nvPicPr>
          <p:cNvPr id="20" name="Graphic 19" descr="Yoga with solid fill">
            <a:extLst>
              <a:ext uri="{FF2B5EF4-FFF2-40B4-BE49-F238E27FC236}">
                <a16:creationId xmlns:a16="http://schemas.microsoft.com/office/drawing/2014/main" id="{2A84D695-93D3-9C4D-41F8-0A44426BC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646" y="2495490"/>
            <a:ext cx="609439" cy="609439"/>
          </a:xfrm>
          <a:prstGeom prst="rect">
            <a:avLst/>
          </a:prstGeom>
        </p:spPr>
      </p:pic>
      <p:pic>
        <p:nvPicPr>
          <p:cNvPr id="21" name="Graphic 20" descr="Yoga with solid fill">
            <a:extLst>
              <a:ext uri="{FF2B5EF4-FFF2-40B4-BE49-F238E27FC236}">
                <a16:creationId xmlns:a16="http://schemas.microsoft.com/office/drawing/2014/main" id="{498EF913-978E-9B8D-5739-75C609F43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412" y="5482621"/>
            <a:ext cx="572859" cy="572859"/>
          </a:xfrm>
          <a:prstGeom prst="rect">
            <a:avLst/>
          </a:prstGeom>
        </p:spPr>
      </p:pic>
      <p:pic>
        <p:nvPicPr>
          <p:cNvPr id="22" name="Graphic 21" descr="Football with solid fill">
            <a:extLst>
              <a:ext uri="{FF2B5EF4-FFF2-40B4-BE49-F238E27FC236}">
                <a16:creationId xmlns:a16="http://schemas.microsoft.com/office/drawing/2014/main" id="{C7BF8473-F25F-54C4-375C-290AC93C0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287" y="4285596"/>
            <a:ext cx="609439" cy="609439"/>
          </a:xfrm>
          <a:prstGeom prst="rect">
            <a:avLst/>
          </a:prstGeom>
        </p:spPr>
      </p:pic>
      <p:pic>
        <p:nvPicPr>
          <p:cNvPr id="23" name="Graphic 22" descr="Yoga with solid fill">
            <a:extLst>
              <a:ext uri="{FF2B5EF4-FFF2-40B4-BE49-F238E27FC236}">
                <a16:creationId xmlns:a16="http://schemas.microsoft.com/office/drawing/2014/main" id="{ACA80ED3-D3D3-451E-D3C0-B70AB46FE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123" y="4848533"/>
            <a:ext cx="609439" cy="609439"/>
          </a:xfrm>
          <a:prstGeom prst="rect">
            <a:avLst/>
          </a:prstGeom>
        </p:spPr>
      </p:pic>
      <p:sp>
        <p:nvSpPr>
          <p:cNvPr id="24" name="Subtitle 4">
            <a:extLst>
              <a:ext uri="{FF2B5EF4-FFF2-40B4-BE49-F238E27FC236}">
                <a16:creationId xmlns:a16="http://schemas.microsoft.com/office/drawing/2014/main" id="{BC3930E0-13E9-AF0C-1D9D-FCAB637B2676}"/>
              </a:ext>
            </a:extLst>
          </p:cNvPr>
          <p:cNvSpPr txBox="1">
            <a:spLocks/>
          </p:cNvSpPr>
          <p:nvPr/>
        </p:nvSpPr>
        <p:spPr>
          <a:xfrm>
            <a:off x="1590845" y="4243567"/>
            <a:ext cx="3318260" cy="27463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0" cap="none"/>
              <a:t>61 </a:t>
            </a:r>
            <a:r>
              <a:rPr lang="en-US" sz="3200" b="0" cap="none"/>
              <a:t>Active Adults</a:t>
            </a:r>
            <a:endParaRPr lang="en-US" sz="3200" b="0" cap="none" dirty="0">
              <a:solidFill>
                <a:srgbClr val="FFC000"/>
              </a:solidFill>
            </a:endParaRPr>
          </a:p>
        </p:txBody>
      </p:sp>
      <p:sp>
        <p:nvSpPr>
          <p:cNvPr id="27" name="Subtitle 4">
            <a:extLst>
              <a:ext uri="{FF2B5EF4-FFF2-40B4-BE49-F238E27FC236}">
                <a16:creationId xmlns:a16="http://schemas.microsoft.com/office/drawing/2014/main" id="{3DE5FC72-BF1D-3878-C716-29DB4F809D61}"/>
              </a:ext>
            </a:extLst>
          </p:cNvPr>
          <p:cNvSpPr txBox="1">
            <a:spLocks/>
          </p:cNvSpPr>
          <p:nvPr/>
        </p:nvSpPr>
        <p:spPr>
          <a:xfrm>
            <a:off x="1571464" y="5457972"/>
            <a:ext cx="3950705" cy="27463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0" cap="none"/>
              <a:t>70 </a:t>
            </a:r>
            <a:r>
              <a:rPr lang="en-US" sz="3200" b="0" cap="none"/>
              <a:t>Easy Adults</a:t>
            </a:r>
            <a:r>
              <a:rPr lang="en-US" sz="4800" b="0" cap="none"/>
              <a:t> </a:t>
            </a:r>
            <a:endParaRPr lang="en-US" sz="4800" b="0" cap="none" dirty="0">
              <a:solidFill>
                <a:srgbClr val="FFC000"/>
              </a:solidFill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D1FB0616-8D38-A201-202E-BB7B85C2A7FE}"/>
              </a:ext>
            </a:extLst>
          </p:cNvPr>
          <p:cNvSpPr txBox="1">
            <a:spLocks/>
          </p:cNvSpPr>
          <p:nvPr/>
        </p:nvSpPr>
        <p:spPr>
          <a:xfrm>
            <a:off x="1590845" y="4848533"/>
            <a:ext cx="3411778" cy="27463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0" cap="none"/>
              <a:t>68 </a:t>
            </a:r>
            <a:r>
              <a:rPr lang="en-US" sz="3200" b="0" cap="none"/>
              <a:t>Active Mature</a:t>
            </a:r>
            <a:endParaRPr lang="en-US" sz="3200" b="0" cap="none" dirty="0">
              <a:solidFill>
                <a:srgbClr val="FFC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A8F108A-E348-665A-A067-176811887C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9379" y="3527590"/>
            <a:ext cx="4786747" cy="31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1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972B-1D5C-F0CE-A2A5-816BA37F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2421AC-1BC3-CE6B-20FC-DFF61284E9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</a:t>
            </a:r>
          </a:p>
          <a:p>
            <a:r>
              <a:rPr lang="en-US" dirty="0"/>
              <a:t>YOU</a:t>
            </a:r>
          </a:p>
          <a:p>
            <a:r>
              <a:rPr lang="en-US" dirty="0"/>
              <a:t>THANK</a:t>
            </a:r>
          </a:p>
          <a:p>
            <a:r>
              <a:rPr lang="en-US" dirty="0"/>
              <a:t>YOU</a:t>
            </a:r>
          </a:p>
          <a:p>
            <a:r>
              <a:rPr lang="en-US" dirty="0"/>
              <a:t>THANK</a:t>
            </a:r>
          </a:p>
          <a:p>
            <a:r>
              <a:rPr lang="en-US" dirty="0"/>
              <a:t>YOU</a:t>
            </a:r>
          </a:p>
          <a:p>
            <a:r>
              <a:rPr lang="en-US" dirty="0"/>
              <a:t>THANK</a:t>
            </a:r>
          </a:p>
          <a:p>
            <a:endParaRPr lang="en-US" dirty="0"/>
          </a:p>
        </p:txBody>
      </p:sp>
      <p:pic>
        <p:nvPicPr>
          <p:cNvPr id="6" name="Picture Placeholder 5" descr="Close up of weights">
            <a:extLst>
              <a:ext uri="{FF2B5EF4-FFF2-40B4-BE49-F238E27FC236}">
                <a16:creationId xmlns:a16="http://schemas.microsoft.com/office/drawing/2014/main" id="{BB0F066B-CC56-88C2-ECDE-92C3CDE889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7" b="127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60EDFA-9ED7-C6F4-3A5A-52D38798B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65" y="1890882"/>
            <a:ext cx="6044184" cy="896112"/>
          </a:xfrm>
        </p:spPr>
        <p:txBody>
          <a:bodyPr/>
          <a:lstStyle/>
          <a:p>
            <a:r>
              <a:rPr lang="en-US"/>
              <a:t>Data Analysis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803149-C03E-5F70-624B-B113D5CB9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893" y="4369869"/>
            <a:ext cx="5559552" cy="599897"/>
          </a:xfrm>
        </p:spPr>
        <p:txBody>
          <a:bodyPr/>
          <a:lstStyle/>
          <a:p>
            <a:r>
              <a:rPr lang="en-US" sz="3600" i="1" cap="none"/>
              <a:t>Thank You !!!</a:t>
            </a:r>
            <a:endParaRPr lang="en-US" sz="3600" i="1" cap="none" dirty="0"/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268D9CDE-0F03-0F3E-98BF-1D16912BA2CB}"/>
              </a:ext>
            </a:extLst>
          </p:cNvPr>
          <p:cNvSpPr txBox="1">
            <a:spLocks/>
          </p:cNvSpPr>
          <p:nvPr/>
        </p:nvSpPr>
        <p:spPr>
          <a:xfrm>
            <a:off x="700732" y="2797900"/>
            <a:ext cx="5559552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ON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35103BC6-FFEF-992F-0263-206627146230}"/>
              </a:ext>
            </a:extLst>
          </p:cNvPr>
          <p:cNvSpPr txBox="1">
            <a:spLocks/>
          </p:cNvSpPr>
          <p:nvPr/>
        </p:nvSpPr>
        <p:spPr>
          <a:xfrm>
            <a:off x="1122626" y="3275959"/>
            <a:ext cx="5559552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FITNESS APP USERS</a:t>
            </a:r>
            <a:endParaRPr lang="en-US" sz="2800" dirty="0"/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ED5528CC-C308-0965-4485-957F5C6124D8}"/>
              </a:ext>
            </a:extLst>
          </p:cNvPr>
          <p:cNvSpPr txBox="1">
            <a:spLocks/>
          </p:cNvSpPr>
          <p:nvPr/>
        </p:nvSpPr>
        <p:spPr>
          <a:xfrm>
            <a:off x="995893" y="5631260"/>
            <a:ext cx="5559552" cy="376829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cap="all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cap="none"/>
              <a:t>Presented by Zaw Min Tun</a:t>
            </a:r>
            <a:endParaRPr lang="en-US" sz="2800" i="1" cap="none" dirty="0"/>
          </a:p>
        </p:txBody>
      </p:sp>
    </p:spTree>
    <p:extLst>
      <p:ext uri="{BB962C8B-B14F-4D97-AF65-F5344CB8AC3E}">
        <p14:creationId xmlns:p14="http://schemas.microsoft.com/office/powerpoint/2010/main" val="386163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tness 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FC15"/>
      </a:accent1>
      <a:accent2>
        <a:srgbClr val="2C28E9"/>
      </a:accent2>
      <a:accent3>
        <a:srgbClr val="FF2828"/>
      </a:accent3>
      <a:accent4>
        <a:srgbClr val="41DC6E"/>
      </a:accent4>
      <a:accent5>
        <a:srgbClr val="FBB92C"/>
      </a:accent5>
      <a:accent6>
        <a:srgbClr val="637F12"/>
      </a:accent6>
      <a:hlink>
        <a:srgbClr val="0563C1"/>
      </a:hlink>
      <a:folHlink>
        <a:srgbClr val="954F72"/>
      </a:folHlink>
    </a:clrScheme>
    <a:fontScheme name="Custom 40">
      <a:majorFont>
        <a:latin typeface="Univers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CDCE74-620F-4A01-B69F-A9F6D08CA5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5781CA-0C62-47A0-9717-1F986D3C2AAC}">
  <ds:schemaRefs>
    <ds:schemaRef ds:uri="http://www.w3.org/XML/1998/namespace"/>
    <ds:schemaRef ds:uri="http://schemas.microsoft.com/sharepoint/v3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C3EE089-C8F0-4681-8978-A7886C8E08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TM22711115</Template>
  <TotalTime>57</TotalTime>
  <Words>102</Words>
  <Application>Microsoft Macintosh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Univers</vt:lpstr>
      <vt:lpstr>Univers Condensed</vt:lpstr>
      <vt:lpstr>Office Theme</vt:lpstr>
      <vt:lpstr>Data Analysis</vt:lpstr>
      <vt:lpstr>PowerPoint Presentation</vt:lpstr>
      <vt:lpstr>PowerPoint Presentation</vt:lpstr>
      <vt:lpstr>PowerPoint Presentation</vt:lpstr>
      <vt:lpstr>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Zaw Min Tun</cp:lastModifiedBy>
  <cp:revision>5</cp:revision>
  <dcterms:created xsi:type="dcterms:W3CDTF">2026-06-13T03:36:35Z</dcterms:created>
  <dcterms:modified xsi:type="dcterms:W3CDTF">2026-06-13T04:35:29Z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96ed6d7-747c-41fd-b042-ff14484edc24_Enabled">
    <vt:lpwstr>true</vt:lpwstr>
  </property>
  <property fmtid="{D5CDD505-2E9C-101B-9397-08002B2CF9AE}" pid="4" name="MSIP_Label_c96ed6d7-747c-41fd-b042-ff14484edc24_SetDate">
    <vt:lpwstr>2026-06-13T03:36:45Z</vt:lpwstr>
  </property>
  <property fmtid="{D5CDD505-2E9C-101B-9397-08002B2CF9AE}" pid="5" name="MSIP_Label_c96ed6d7-747c-41fd-b042-ff14484edc24_Method">
    <vt:lpwstr>Standard</vt:lpwstr>
  </property>
  <property fmtid="{D5CDD505-2E9C-101B-9397-08002B2CF9AE}" pid="6" name="MSIP_Label_c96ed6d7-747c-41fd-b042-ff14484edc24_Name">
    <vt:lpwstr>defa4170-0d19-0005-0004-bc88714345d2</vt:lpwstr>
  </property>
  <property fmtid="{D5CDD505-2E9C-101B-9397-08002B2CF9AE}" pid="7" name="MSIP_Label_c96ed6d7-747c-41fd-b042-ff14484edc24_SiteId">
    <vt:lpwstr>6a425d0d-58f2-4e36-8689-10002b2ec567</vt:lpwstr>
  </property>
  <property fmtid="{D5CDD505-2E9C-101B-9397-08002B2CF9AE}" pid="8" name="MSIP_Label_c96ed6d7-747c-41fd-b042-ff14484edc24_ActionId">
    <vt:lpwstr>c8105215-ecb3-44ff-8f80-f0359f8ca1d4</vt:lpwstr>
  </property>
  <property fmtid="{D5CDD505-2E9C-101B-9397-08002B2CF9AE}" pid="9" name="MSIP_Label_c96ed6d7-747c-41fd-b042-ff14484edc24_ContentBits">
    <vt:lpwstr>0</vt:lpwstr>
  </property>
  <property fmtid="{D5CDD505-2E9C-101B-9397-08002B2CF9AE}" pid="10" name="MSIP_Label_c96ed6d7-747c-41fd-b042-ff14484edc24_Tag">
    <vt:lpwstr>10, 3, 0, 2</vt:lpwstr>
  </property>
</Properties>
</file>