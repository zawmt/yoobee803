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6/26/26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6/26/26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6/26/26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0416C-87F6-51E0-0DA3-9342540C8A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700" dirty="0">
                <a:solidFill>
                  <a:srgbClr val="002060"/>
                </a:solidFill>
              </a:rPr>
              <a:t>Flight Passengers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AFC9AE-B7B5-1A53-22B6-9CE7A7848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326903"/>
            <a:ext cx="7766936" cy="820829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Presented by Zaw Min Tun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103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99387-4262-C01D-FC66-43B09659A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999C2F-67F9-4CF3-3BBB-A98F83CE3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669" y="805267"/>
            <a:ext cx="5722089" cy="29482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7BCF1EA-CB72-5B14-24F2-9E2908DE998B}"/>
              </a:ext>
            </a:extLst>
          </p:cNvPr>
          <p:cNvSpPr txBox="1"/>
          <p:nvPr/>
        </p:nvSpPr>
        <p:spPr>
          <a:xfrm>
            <a:off x="1127051" y="435935"/>
            <a:ext cx="4274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Monthly Airline Passengers Over Time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F6EB531-895B-3A3C-3018-AD3E29291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2362" y="3753566"/>
            <a:ext cx="5240079" cy="2847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246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C9241-3887-FD45-4D48-D6BFDCCDB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241F576-55FD-017B-72D9-017088C28F9F}"/>
              </a:ext>
            </a:extLst>
          </p:cNvPr>
          <p:cNvSpPr txBox="1"/>
          <p:nvPr/>
        </p:nvSpPr>
        <p:spPr>
          <a:xfrm>
            <a:off x="1127051" y="435935"/>
            <a:ext cx="4274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Passenger Distribution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AC8246-ED52-9429-277B-09F506F34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74" y="908965"/>
            <a:ext cx="4988442" cy="27409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773E70-278D-B955-3B0B-232AF8F66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8416" y="3033176"/>
            <a:ext cx="4988443" cy="339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584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81B1D-6BFE-6374-4DDD-20812CD70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1FE8974-4955-0D7A-3B64-E02BE6D936DD}"/>
              </a:ext>
            </a:extLst>
          </p:cNvPr>
          <p:cNvSpPr txBox="1"/>
          <p:nvPr/>
        </p:nvSpPr>
        <p:spPr>
          <a:xfrm>
            <a:off x="1127051" y="435935"/>
            <a:ext cx="6151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Performance Comparison of Algorithms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7E31AA-2100-F561-415D-008B998F3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051" y="968672"/>
            <a:ext cx="8639118" cy="4526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775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D4B05-71B4-4AF6-0353-261C1E1BB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538E9-7F8D-4E6E-9D96-1C6D46E4CE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700" dirty="0">
                <a:solidFill>
                  <a:srgbClr val="002060"/>
                </a:solidFill>
              </a:rPr>
              <a:t>Flight Passengers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97B64A-3B3D-4D1B-3D82-D464CEA4E4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326903"/>
            <a:ext cx="7766936" cy="820829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Presented by Zaw Min Tun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0D8BDA0-2866-D97B-017A-031FB9BF3BD1}"/>
              </a:ext>
            </a:extLst>
          </p:cNvPr>
          <p:cNvSpPr txBox="1">
            <a:spLocks/>
          </p:cNvSpPr>
          <p:nvPr/>
        </p:nvSpPr>
        <p:spPr>
          <a:xfrm>
            <a:off x="1112713" y="1952606"/>
            <a:ext cx="7766936" cy="90385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5700" dirty="0">
                <a:solidFill>
                  <a:srgbClr val="002060"/>
                </a:solidFill>
              </a:rPr>
              <a:t>Thank You !!!</a:t>
            </a:r>
          </a:p>
        </p:txBody>
      </p:sp>
    </p:spTree>
    <p:extLst>
      <p:ext uri="{BB962C8B-B14F-4D97-AF65-F5344CB8AC3E}">
        <p14:creationId xmlns:p14="http://schemas.microsoft.com/office/powerpoint/2010/main" val="314077298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</TotalTime>
  <Words>32</Words>
  <Application>Microsoft Macintosh PowerPoint</Application>
  <PresentationFormat>Widescreen</PresentationFormat>
  <Paragraphs>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Trebuchet MS</vt:lpstr>
      <vt:lpstr>Wingdings 3</vt:lpstr>
      <vt:lpstr>Facet</vt:lpstr>
      <vt:lpstr>Flight Passengers Data Analysis</vt:lpstr>
      <vt:lpstr>PowerPoint Presentation</vt:lpstr>
      <vt:lpstr>PowerPoint Presentation</vt:lpstr>
      <vt:lpstr>PowerPoint Presentation</vt:lpstr>
      <vt:lpstr>Flight Passengers Data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Zaw Min Tun</dc:creator>
  <cp:lastModifiedBy>Zaw Min Tun</cp:lastModifiedBy>
  <cp:revision>2</cp:revision>
  <dcterms:created xsi:type="dcterms:W3CDTF">2026-06-21T00:13:02Z</dcterms:created>
  <dcterms:modified xsi:type="dcterms:W3CDTF">2026-06-25T21:30:56Z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96ed6d7-747c-41fd-b042-ff14484edc24_Enabled">
    <vt:lpwstr>true</vt:lpwstr>
  </property>
  <property fmtid="{D5CDD505-2E9C-101B-9397-08002B2CF9AE}" pid="3" name="MSIP_Label_c96ed6d7-747c-41fd-b042-ff14484edc24_SetDate">
    <vt:lpwstr>2026-06-21T09:57:48Z</vt:lpwstr>
  </property>
  <property fmtid="{D5CDD505-2E9C-101B-9397-08002B2CF9AE}" pid="4" name="MSIP_Label_c96ed6d7-747c-41fd-b042-ff14484edc24_Method">
    <vt:lpwstr>Standard</vt:lpwstr>
  </property>
  <property fmtid="{D5CDD505-2E9C-101B-9397-08002B2CF9AE}" pid="5" name="MSIP_Label_c96ed6d7-747c-41fd-b042-ff14484edc24_Name">
    <vt:lpwstr>defa4170-0d19-0005-0004-bc88714345d2</vt:lpwstr>
  </property>
  <property fmtid="{D5CDD505-2E9C-101B-9397-08002B2CF9AE}" pid="6" name="MSIP_Label_c96ed6d7-747c-41fd-b042-ff14484edc24_SiteId">
    <vt:lpwstr>6a425d0d-58f2-4e36-8689-10002b2ec567</vt:lpwstr>
  </property>
  <property fmtid="{D5CDD505-2E9C-101B-9397-08002B2CF9AE}" pid="7" name="MSIP_Label_c96ed6d7-747c-41fd-b042-ff14484edc24_ActionId">
    <vt:lpwstr>d0298407-4bf1-4359-8e33-29a217554718</vt:lpwstr>
  </property>
  <property fmtid="{D5CDD505-2E9C-101B-9397-08002B2CF9AE}" pid="8" name="MSIP_Label_c96ed6d7-747c-41fd-b042-ff14484edc24_ContentBits">
    <vt:lpwstr>0</vt:lpwstr>
  </property>
  <property fmtid="{D5CDD505-2E9C-101B-9397-08002B2CF9AE}" pid="9" name="MSIP_Label_c96ed6d7-747c-41fd-b042-ff14484edc24_Tag">
    <vt:lpwstr>50, 3, 0, 1</vt:lpwstr>
  </property>
</Properties>
</file>