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ee3aa5e0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ee3aa5e0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ee3aa5e0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ee3aa5e0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ee3aa5e0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ee3aa5e0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ee3aa5e0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ee3aa5e0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ee3aa5e0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ee3aa5e0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818300" y="719800"/>
            <a:ext cx="68856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Housing Prices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617801" y="1454725"/>
            <a:ext cx="32490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Based on data from Kaggle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3950" y="1810589"/>
            <a:ext cx="4530175" cy="282717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6223875" y="4626750"/>
            <a:ext cx="25335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Presented by Zaw Min Tun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ctrTitle"/>
          </p:nvPr>
        </p:nvSpPr>
        <p:spPr>
          <a:xfrm>
            <a:off x="1755300" y="844350"/>
            <a:ext cx="7388700" cy="12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/>
              <a:t>Price Distribution</a:t>
            </a:r>
            <a:endParaRPr sz="3500"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200" y="1541050"/>
            <a:ext cx="5124276" cy="32026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>
            <p:ph idx="1" type="subTitle"/>
          </p:nvPr>
        </p:nvSpPr>
        <p:spPr>
          <a:xfrm>
            <a:off x="6126450" y="1950350"/>
            <a:ext cx="2674800" cy="26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Influencing factors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? No. of bedrooms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? Furnishing status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? Area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? Others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50" y="2111842"/>
            <a:ext cx="4097175" cy="290385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1864050" y="927275"/>
            <a:ext cx="6033900" cy="4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No. of bedrooms &amp; furnishing status</a:t>
            </a:r>
            <a:endParaRPr sz="2400"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2075" y="1596625"/>
            <a:ext cx="4097175" cy="292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idx="1" type="subTitle"/>
          </p:nvPr>
        </p:nvSpPr>
        <p:spPr>
          <a:xfrm>
            <a:off x="1864050" y="927275"/>
            <a:ext cx="3181200" cy="4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Area</a:t>
            </a:r>
            <a:endParaRPr sz="2400"/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4175" y="1505075"/>
            <a:ext cx="5577640" cy="34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idx="1" type="subTitle"/>
          </p:nvPr>
        </p:nvSpPr>
        <p:spPr>
          <a:xfrm>
            <a:off x="1864050" y="927275"/>
            <a:ext cx="3181200" cy="4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All possible factors</a:t>
            </a:r>
            <a:endParaRPr sz="2400"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975" y="1440475"/>
            <a:ext cx="4887524" cy="34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ctrTitle"/>
          </p:nvPr>
        </p:nvSpPr>
        <p:spPr>
          <a:xfrm>
            <a:off x="1818300" y="719800"/>
            <a:ext cx="68856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Housing Prices</a:t>
            </a:r>
            <a:endParaRPr/>
          </a:p>
        </p:txBody>
      </p:sp>
      <p:sp>
        <p:nvSpPr>
          <p:cNvPr id="121" name="Google Shape;121;p18"/>
          <p:cNvSpPr txBox="1"/>
          <p:nvPr>
            <p:ph idx="1" type="subTitle"/>
          </p:nvPr>
        </p:nvSpPr>
        <p:spPr>
          <a:xfrm>
            <a:off x="617801" y="1454725"/>
            <a:ext cx="32490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Based on data from Kaggle</a:t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3950" y="1810589"/>
            <a:ext cx="4530175" cy="28271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/>
          <p:nvPr>
            <p:ph idx="1" type="subTitle"/>
          </p:nvPr>
        </p:nvSpPr>
        <p:spPr>
          <a:xfrm>
            <a:off x="6223875" y="4626750"/>
            <a:ext cx="2533500" cy="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Presented by Zaw Min Tun</a:t>
            </a:r>
            <a:endParaRPr/>
          </a:p>
        </p:txBody>
      </p:sp>
      <p:sp>
        <p:nvSpPr>
          <p:cNvPr id="124" name="Google Shape;124;p18"/>
          <p:cNvSpPr txBox="1"/>
          <p:nvPr>
            <p:ph type="ctrTitle"/>
          </p:nvPr>
        </p:nvSpPr>
        <p:spPr>
          <a:xfrm>
            <a:off x="2093650" y="2116775"/>
            <a:ext cx="3458400" cy="20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1C4587"/>
                </a:solidFill>
              </a:rPr>
              <a:t>Thank you!</a:t>
            </a:r>
            <a:endParaRPr i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